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74A68F5-0121-4FF1-93A0-B1F8B224A6E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RoadNetworkDepotSW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7BF1BEB-83F2-424A-A644-C83F9C8857B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Datei erstellt am: 02.04.19 00:30:02 GMT+02:00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>
            <a:extLst>
              <a:ext uri="{FF2B5EF4-FFF2-40B4-BE49-F238E27FC236}">
                <a16:creationId xmlns:a16="http://schemas.microsoft.com/office/drawing/2014/main" id="{F07F109E-3153-48AC-BA65-3CE433B7A6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0</cp:revision>
  <dcterms:created xsi:type="dcterms:W3CDTF">2018-08-15T22:40:47Z</dcterms:created>
  <dcterms:modified xsi:type="dcterms:W3CDTF">2018-08-15T22:40:47Z</dcterms:modified>
</cp:coreProperties>
</file>